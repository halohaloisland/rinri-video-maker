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日はですね、AIを使ってアプリを作ってみた体験をシェアします。プログラミングの知識？ゼロです！（笑）でもAIと会話するだけで、ちゃんと動くWebアプリが完成しました。その一部始終をお話し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モーニングセミナーで素晴らしい話を聞くじゃないですか。でもそれをリール動画にしようとすると、まあ大変。テキスト考えて、画像選んで、編集して…。これ、AIにやらせればいいんじゃない？って思ったわけ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今回の主役はClaude Codeです。こいつがすごい。「こういうアプリ作りたい」って言ったら、コード書いて、デバッグして、デプロイまでやってくれる。僕はずっと横で「ここ直して」「あれも追加して」って言ってただけです（笑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発期間？1日です。正確に言うと数時間。AIに「あれやって、これやって」って言い続けただけ。途中でエラーが出ても「エラー出たよ」ってスクショ送ったら直してくれる。もう人間のエンジニアいらないんじゃ…（冗談です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機能てんこ盛りですけど、使う人がやることは3つだけ。音声アップロード、写真アップロード、あとはAIにお任せ。簡単でしょ？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はい、全部無料です。Googleさんありがとう。ただし、みんなで同時にガンガン使うとAIが「ちょっと待って！」って言うことがあります。その時は数秒待ってください。Google先生は気前がいいんですけど、同時に何十人もアクセスすると「ちょっと！順番！」って怒られます（笑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では実際の使い方を説明します。まずセミナーの録音ファイルをアップロード。するとAIが頑張って分析して、5つのテキスト案を出してくれます。気に入ったのを選んで、必要なら編集。タイトルも自由に付けられます。手動入力もできます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次に写真。セミナー中に撮った写真を2〜3枚入れると、スライドショーになります。エンディング用の画像も設定できます。「フォローお願いします！」みたいなテキストも入れられます。テンプレートは5種類、BGMも5曲から選べて、色も自由にカスタマイズで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にナレーション。AI音声なら台本からワンクリックで生成。自分の声を入れたい人はブラウザで録音もできます。できあがったら「フルスクリーンで再生」ボタンを押して、スマホの画面録画で撮影。それをそのままInstagramにアップすればリール完成！めちゃ簡単でしょ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URLはこちらです。スマホのブラウザに直接入力してください。今この場で試してもらっても大丈夫です！みなさん、スマホ出してください（笑）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とめです。今回の体験で感じたのは、もうAIがあればアイデアさえあれば何でも作れるということ。プログラミングできなくても、デザインセンスなくても、AIが全部やってくれる。大事なのは「こういうものが欲しい」というビジョンです。セミナーの素晴らしい教えを、リール動画でもっと多くの人に届けていきましょう！ご清聴ありがとうございました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B0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B04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AIと一緒に</a:t>
            </a:r>
            <a:endParaRPr lang="en-US" sz="4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アプリを作ってみた話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8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セミナー音声 → Instagramリール動画 自動生成アプリ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AI勉強会  |  山本 雄一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こんな悩みありませんか？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7680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46304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😩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737360" y="146304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セミナーの良い話を広めたいけど、動画編集は面倒…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7680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56032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🤔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737360" y="256032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Instagramリールが効果的らしいけど、作り方わからん…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3657600"/>
            <a:ext cx="7680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365760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😤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737360" y="365760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毎回同じ作業の繰り返し…自動化したい！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登場人物（AI）紹介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51760" cy="3017520"/>
          </a:xfrm>
          <a:prstGeom prst="roundRect">
            <a:avLst>
              <a:gd name="adj" fmla="val 5172"/>
            </a:avLst>
          </a:prstGeom>
          <a:solidFill>
            <a:srgbClr val="F5F0E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34440" y="1645920"/>
            <a:ext cx="1097280" cy="1097280"/>
          </a:xfrm>
          <a:prstGeom prst="ellipse">
            <a:avLst/>
          </a:prstGeom>
          <a:solidFill>
            <a:srgbClr val="B85C38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16459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🤖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2540" rIns="254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アプリ全体を開発してくれた相棒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651760" cy="3017520"/>
          </a:xfrm>
          <a:prstGeom prst="roundRect">
            <a:avLst>
              <a:gd name="adj" fmla="val 5172"/>
            </a:avLst>
          </a:prstGeom>
          <a:solidFill>
            <a:srgbClr val="F5F0E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069080" y="1645920"/>
            <a:ext cx="1097280" cy="109728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4069080" y="16459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✨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91840" y="2926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91840" y="34747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2540" rIns="254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音声の文字起こし＆要約担当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51760" cy="3017520"/>
          </a:xfrm>
          <a:prstGeom prst="roundRect">
            <a:avLst>
              <a:gd name="adj" fmla="val 5172"/>
            </a:avLst>
          </a:prstGeom>
          <a:solidFill>
            <a:srgbClr val="F5F0E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903720" y="1645920"/>
            <a:ext cx="1097280" cy="10972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903720" y="16459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🎙️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126480" y="2926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TTS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26480" y="34747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2540" rIns="254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ナレーション音声の自動生成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AIとの会話だけでアプリが完成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11480" cy="411480"/>
          </a:xfrm>
          <a:prstGeom prst="ellipse">
            <a:avLst/>
          </a:prstGeom>
          <a:solidFill>
            <a:srgbClr val="E8B04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1887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「リール動画を簡単に作りたい」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126480" y="11887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B04A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675120" y="1188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基本設計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411480" cy="411480"/>
          </a:xfrm>
          <a:prstGeom prst="ellipse">
            <a:avLst/>
          </a:prstGeom>
          <a:solidFill>
            <a:srgbClr val="E8B04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7830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「音声アップでAI要約して」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126480" y="17830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B04A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75120" y="1783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Gemini連携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2423160"/>
            <a:ext cx="411480" cy="411480"/>
          </a:xfrm>
          <a:prstGeom prst="ellipse">
            <a:avLst/>
          </a:prstGeom>
          <a:solidFill>
            <a:srgbClr val="E8B04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23774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「写真も入れたい」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126480" y="2377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B04A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75120" y="2377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スライドショー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31520" y="3017520"/>
            <a:ext cx="411480" cy="411480"/>
          </a:xfrm>
          <a:prstGeom prst="ellipse">
            <a:avLst/>
          </a:prstGeom>
          <a:solidFill>
            <a:srgbClr val="E8B04A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29718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「BGMも欲しい」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126480" y="29718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B04A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675120" y="2971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5曲プリセット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31520" y="3611880"/>
            <a:ext cx="411480" cy="411480"/>
          </a:xfrm>
          <a:prstGeom prst="ellipse">
            <a:avLst/>
          </a:prstGeom>
          <a:solidFill>
            <a:srgbClr val="E8B04A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35661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「スマホでも使いたい」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126480" y="35661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B04A"/>
                </a:solidFill>
              </a:rPr>
              <a:t>→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675120" y="3566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モバイル対応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731520" y="4206240"/>
            <a:ext cx="411480" cy="411480"/>
          </a:xfrm>
          <a:prstGeom prst="ellipse">
            <a:avLst/>
          </a:prstGeom>
          <a:solidFill>
            <a:srgbClr val="E8B04A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71600" y="4160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「みんなに共有したい」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126480" y="41605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B04A"/>
                </a:solidFill>
              </a:rPr>
              <a:t>→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675120" y="4160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Vercelデプロイ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開発期間：約1日（数時間の会話）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できること一覧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11887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セミナー音声をアップ → AIが自動要約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0574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5つのテキスト案から選べる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9260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ナレーション台本も自動生成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88620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794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写真2〜3枚でスライドショー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46320" y="128016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49240" y="11887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AI音声でナレーション自動生成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46320" y="21488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49240" y="20574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BGM 5曲から選べる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46320" y="301752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49240" y="29260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タイトル・エンディングもカスタマイズ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46320" y="388620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49240" y="3794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スマホでもPCでも使える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気になるお値段は…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3716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アプリ本体（Vercel）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94360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21488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AI要約（Gemini API）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0" y="2148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29260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AI音声（Gemini TTS）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0" y="29260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3657600"/>
            <a:ext cx="4572000" cy="1097280"/>
          </a:xfrm>
          <a:prstGeom prst="roundRect">
            <a:avLst>
              <a:gd name="adj" fmla="val 12500"/>
            </a:avLst>
          </a:prstGeom>
          <a:solidFill>
            <a:srgbClr val="B85C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86000" y="36576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全部無料！！！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使い方：前半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371600"/>
            <a:ext cx="548640" cy="548640"/>
          </a:xfrm>
          <a:prstGeom prst="ellipse">
            <a:avLst/>
          </a:prstGeom>
          <a:solidFill>
            <a:srgbClr val="B85C3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0" y="1371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音声アップロード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セミナーの録音ファイルを選択</a:t>
            </a:r>
            <a:endParaRPr lang="en-US" sz="15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「AIで要約する」ボタンを押す</a:t>
            </a:r>
            <a:endParaRPr lang="en-US" sz="15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5つのテキスト案が自動生成！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120640" y="1371600"/>
            <a:ext cx="548640" cy="548640"/>
          </a:xfrm>
          <a:prstGeom prst="ellipse">
            <a:avLst/>
          </a:prstGeom>
          <a:solidFill>
            <a:srgbClr val="B85C38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852160" y="1371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テキスト選択＆編集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120640" y="219456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気に入った案をタップで選択</a:t>
            </a:r>
            <a:endParaRPr lang="en-US" sz="15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テキストを自由に編集OK</a:t>
            </a:r>
            <a:endParaRPr lang="en-US" sz="15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タイトル・講師名も設定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使い方：中盤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371600"/>
            <a:ext cx="548640" cy="548640"/>
          </a:xfrm>
          <a:prstGeom prst="ellipse">
            <a:avLst/>
          </a:prstGeom>
          <a:solidFill>
            <a:srgbClr val="B85C3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0" y="1371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写真アップロード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セミナー写真を2〜3枚選択</a:t>
            </a:r>
            <a:endParaRPr lang="en-US" sz="15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順番の並び替えもOK</a:t>
            </a:r>
            <a:endParaRPr lang="en-US" sz="15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エンディング画像も設定可能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120640" y="1371600"/>
            <a:ext cx="548640" cy="548640"/>
          </a:xfrm>
          <a:prstGeom prst="ellipse">
            <a:avLst/>
          </a:prstGeom>
          <a:solidFill>
            <a:srgbClr val="B85C38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852160" y="1371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テンプレ＆BGM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120640" y="219456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5種類のテンプレートから選択</a:t>
            </a:r>
            <a:endParaRPr lang="en-US" sz="15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BGM 5曲プレビュー付き</a:t>
            </a:r>
            <a:endParaRPr lang="en-US" sz="15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色も自由にカスタマイズ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使い方：仕上げ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548640" cy="548640"/>
          </a:xfrm>
          <a:prstGeom prst="ellipse">
            <a:avLst/>
          </a:prstGeom>
          <a:solidFill>
            <a:srgbClr val="E8B04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11887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ナレーション＆完成！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20116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方法1: AI音声で自動生成（おすすめ）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7432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方法2: 自分の声でブラウザ録音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34747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方法3: 録音済みファイルをアップロード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3931920"/>
            <a:ext cx="7315200" cy="822960"/>
          </a:xfrm>
          <a:prstGeom prst="roundRect">
            <a:avLst>
              <a:gd name="adj" fmla="val 11111"/>
            </a:avLst>
          </a:prstGeom>
          <a:solidFill>
            <a:srgbClr val="B85C3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9319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▶️ フルスクリーン再生  →  📱 画面録画  →  📸 Instagramに投稿！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B85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今すぐ使えます！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1645920"/>
            <a:ext cx="64008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71600" y="164592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5C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rinri-video-maker.vercel.app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828800" y="3383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スマホでもPCでもOK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3886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インストール不要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4389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ブラウザで開くだけ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B0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B04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AIで誰でも</a:t>
            </a:r>
            <a:endParaRPr lang="en-US" sz="4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クリエイターになれる時代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97280" y="25603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プログラミング知識なしでもアプリが作れた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32004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AIは道具。使い方次第で可能性は無限大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38404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 セミナーの素晴らしい教えを、もっと多くの人に届けよう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ご清聴ありがとうございました！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AIと一緒にアプリを作ってみた話</dc:title>
  <dc:subject>PptxGenJS Presentation</dc:subject>
  <dc:creator>Yuichi Yamamoto</dc:creator>
  <cp:lastModifiedBy>Yuichi Yamamoto</cp:lastModifiedBy>
  <cp:revision>1</cp:revision>
  <dcterms:created xsi:type="dcterms:W3CDTF">2026-04-07T09:23:02Z</dcterms:created>
  <dcterms:modified xsi:type="dcterms:W3CDTF">2026-04-07T09:23:02Z</dcterms:modified>
</cp:coreProperties>
</file>